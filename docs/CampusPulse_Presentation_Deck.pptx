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 respected evaluators, teachers, and panel members. Today we are presenting CampusPulse — an enterprise-grade university event discovery, live engagement, and institutional reporting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traditional university environments, event coordination is fragmented across unorganized WhatsApp chats, manual paper forms leading to seat overbooking, and negligible student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CampusPulse solves these problems with a unified, 4-pillar solution: a centralized event directory, simple 1-click registration with capacity limits, live Q&amp;A with upvoting, and automated accreditation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CampusPulse is built using the latest industry standards: Next.js 16 App Router with Turbopack, React 19, MongoDB Atlas with connection pooling, NextAuth with Bcrypt encryption, and Capacitor for native Android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 is our Event Discovery catalog. Students can browse, filter across Technical, Cultural, and Sports categories, search in real time, and share event links to WhatsApp or Telegram with one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 handles simple 1-click registration. We enforce atomic seat capacity locks to completely prevent overbooking, and provide students with an immediate confirmation card and flexible cancellation.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3 is our Live Q&amp;A engagement engine. Students can submit questions during guest lectures and upvote trending queries. Organizers can pin critical updates and reply with official badges.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 is our Dynamic Feedback Builder. Coordinators configure custom question surveys, and the system automatically calculates average ratings and Net Promoter Scores for institutional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5 provides a high-resolution media showcase and our 1-click executive report generator. It compiles attendance data, objectives, and feedback into a clean printable PDF required for college accreditation.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CampusPulse is not just a website; it is packaged as a native Android APK using Capacitor 8.5. We have already compiled CampusPulse.apk which can be installed directly on any student smartphone.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security, we enforce Bcrypt password hashing, NextAuth JWT sessions, and server-side RBAC guards. For deployment, we configured 100% free serverless hosting on Netlify with automated CI/CD and Docker containerization.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conclude, CampusPulse provides an end-to-end, paperless campus event ecosystem. In the future, we plan to integrate AI event recommendations and automated certificate generation. Thank you, and we welcome any questions from the panel.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1E2638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315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YEAR MAJOR PROJECT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CampusPulse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Campus Event Discovery, Real-Time Engagement &amp; Institutional Analytics Platform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Next.js 16 &amp; MongoDB Atlas production ecosystem featuring simple 1-click registration, live Q&amp;A with upvoting, dynamic feedback surveys, and automated executive PDF accreditation reports.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931920"/>
            <a:ext cx="5120640" cy="2194560"/>
          </a:xfrm>
          <a:prstGeom prst="roundRect">
            <a:avLst>
              <a:gd name="adj" fmla="val 6250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114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SUBMITTED BY (STUDENT TEAM):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443484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[STUDENT 1 NAME] — Roll No: [ROLL NUMBER]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[STUDENT 2 NAME] — Roll No: [ROLL NUMBER]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Department of Computer Science &amp; Engineering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[INSTITUTE / UNIVERSITY NAME], Academic Year 2025–2026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3931920"/>
            <a:ext cx="5212080" cy="2194560"/>
          </a:xfrm>
          <a:prstGeom prst="roundRect">
            <a:avLst>
              <a:gd name="adj" fmla="val 6250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4114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GUIDANCE &amp; MENTORSHIP: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92240" y="443484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Supervision of:
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[MENTOR / PROFESSOR NAME]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[DESIGNATION, e.g. Assistant Professor / HOD]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[COLLEGE / UNIVERSITY NAME]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CONTEXT &amp; BACKGROUND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 &amp; Campus Challenges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332720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10725912" cy="0"/>
          </a:xfrm>
          <a:prstGeom prst="line">
            <a:avLst/>
          </a:prstGeom>
          <a:noFill/>
          <a:ln w="15240">
            <a:solidFill>
              <a:srgbClr val="232D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1732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Scattered &amp; Fragmented Notice Distribution: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flyers and circulars get buried across multiple unorganized WhatsApp groups, chaotic email inboxes, and physical notice boards. Students frequently miss critical deadlines and venue announcements.
</a:t>
            </a:r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Inefficient &amp; Manual Registration Queues: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forms and manual spreadsheet entries create massive desk bottlenecks, handwriting errors, lost registrations, and frequent seat overbooking due to lack of real-time capacity locks.
</a:t>
            </a:r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Low Student Feedback Participation: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post-event Google Forms see less than 10% student participation, with zero automated sentiment analysis, leaving organizers blind to attendee satisfaction.
</a:t>
            </a:r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Heavy Accreditation (NAAC/NBA) Documentation: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coordinators spend weeks compiling attendance records, photos, and outcomes manually for institutional accreditation audits.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9050">
            <a:solidFill>
              <a:srgbClr val="6366F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783080"/>
            <a:ext cx="2011680" cy="320040"/>
          </a:xfrm>
          <a:prstGeom prst="roundRect">
            <a:avLst>
              <a:gd name="adj" fmla="val 22857"/>
            </a:avLst>
          </a:prstGeom>
          <a:solidFill>
            <a:srgbClr val="1E2638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83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/ SCREENSHOT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[INSERT SCREENSHOT / GRAPHIC]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794760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showing chaotic campus paper notices, fragmented WhatsApp circulars, and long manual registration queues.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STRATEGIC VISION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Solution &amp; Project Objectives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332720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10725912" cy="0"/>
          </a:xfrm>
          <a:prstGeom prst="line">
            <a:avLst/>
          </a:prstGeom>
          <a:noFill/>
          <a:ln w="15240">
            <a:solidFill>
              <a:srgbClr val="232D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1732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Centralized Campus Event Hub: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unified responsive web and mobile portal aggregating Technical, Cultural, Sports, and Academic Workshop events across all departments.
</a:t>
            </a:r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Simple 1-Click RSVP with Capacity Control: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seat reservation backed by atomic database locks to prevent overbooking, accompanied by an instant digital Registration Confirmation Card.
</a:t>
            </a:r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Interactive In-Session Student Q&amp;A: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session engagement board with atomic deduplicated student upvotes, allowing trending questions to rise to the speaker's attention.
</a:t>
            </a:r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Dynamic Feedback &amp; Automated Accreditation Reports: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Google-Forms-style survey builder with real-time Net Promoter Score (NPS) analytics and 1-Click Executive PDF Letterhead reports for college administration.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9050">
            <a:solidFill>
              <a:srgbClr val="6366F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783080"/>
            <a:ext cx="2011680" cy="320040"/>
          </a:xfrm>
          <a:prstGeom prst="roundRect">
            <a:avLst>
              <a:gd name="adj" fmla="val 22857"/>
            </a:avLst>
          </a:prstGeom>
          <a:solidFill>
            <a:srgbClr val="1E2638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83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/ SCREENSHOT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[INSERT SCREENSHOT / DIAGRAM]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794760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CampusPulse high-level ecosystem diagram connecting Students, Event Coordinators, Live Q&amp;A, Feedback, and Admin Reports.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TECHNICAL FOUNDATIONS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 &amp; Technology Stack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332720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10725912" cy="0"/>
          </a:xfrm>
          <a:prstGeom prst="line">
            <a:avLst/>
          </a:prstGeom>
          <a:noFill/>
          <a:ln w="15240">
            <a:solidFill>
              <a:srgbClr val="232D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1732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55448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Frontend Layer: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16.3.3 (Turbopack, App Router), React 19.2.8, Tailwind CSS v4, Framer Motion for smooth micro-animations, Lucide React icons.
</a:t>
            </a:r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Backend &amp; Server Actions: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Server Actions (src/actions/) with 50MB body streaming, Edge Route Handlers, role-based middleware guards.
</a:t>
            </a:r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Database &amp; ORM: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Cloud, Mongoose 9.9.4 with Global Connection Caching Singleton and Google Public DNS (8.8.8.8) SRV resolver.
</a:t>
            </a:r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Authentication &amp; Security: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NextAuth.js v4 (Stateless JWT sessions, Bcrypt password hashing with 10 salt rounds, strict student/admin RBAC).
</a:t>
            </a:r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Mobile &amp; Deployment: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Capacitor 8.5 (Native Android APK), Netlify Serverless with automated GitHub webhooks, Multi-stage Docker container.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9050">
            <a:solidFill>
              <a:srgbClr val="6366F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783080"/>
            <a:ext cx="2011680" cy="320040"/>
          </a:xfrm>
          <a:prstGeom prst="roundRect">
            <a:avLst>
              <a:gd name="adj" fmla="val 22857"/>
            </a:avLst>
          </a:prstGeom>
          <a:solidFill>
            <a:srgbClr val="1E2638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83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/ SCREENSHOT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[INSERT ARCHITECTURE DIAGRAM]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794760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architecture diagram showing Client (Web &amp; Android), Next.js 16 Server Actions / NextAuth, and MongoDB Atlas Persistence layer.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CORE FEATURES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1: Event Discovery &amp; Categorized Directory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332720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10725912" cy="0"/>
          </a:xfrm>
          <a:prstGeom prst="line">
            <a:avLst/>
          </a:prstGeom>
          <a:noFill/>
          <a:ln w="15240">
            <a:solidFill>
              <a:srgbClr val="232D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1732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Multi-Category Academic Catalog: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categorized into Technical (Hackathons, Coding), Cultural (Fests, Music), Sports (Tournaments), and Academic Workshops.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Fuzzy Search &amp; Filtering: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can instantly search by title, department, tags, or venue with dynamic status toggles (Upcoming, Ongoing, Completed).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Rich Event Detail View: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event showcases high-res banner media, detailed schedules, venue location, faculty coordinator contacts, and prerequisites.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1-Click Viral Social Sharing: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Deep-linked sharing modal for WhatsApp, Telegram, LinkedIn, and X/Twitter with pre-formatted event titles and registration links.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9050">
            <a:solidFill>
              <a:srgbClr val="6366F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783080"/>
            <a:ext cx="2011680" cy="320040"/>
          </a:xfrm>
          <a:prstGeom prst="roundRect">
            <a:avLst>
              <a:gd name="adj" fmla="val 22857"/>
            </a:avLst>
          </a:prstGeom>
          <a:solidFill>
            <a:srgbClr val="1E2638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83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/ SCREENSHOT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[INSERT SCREENSHOT: /events]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794760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the CampusPulse Event Discovery Catalog showing category filter pills, search bar, and colorful event cards.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CORE FEATURES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2: Simple 1-Click Registration &amp; Capacity Control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332720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10725912" cy="0"/>
          </a:xfrm>
          <a:prstGeom prst="line">
            <a:avLst/>
          </a:prstGeom>
          <a:noFill/>
          <a:ln w="15240">
            <a:solidFill>
              <a:srgbClr val="232D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1732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Frictionless 1-Click Registration: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Logged-in students click 'Register for Event' and are instantly enrolled without filling repetitive personal details or manual forms.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Atomic Capacity Lock (Zero Overbooking):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transactions atomically enforce seat limits (maxCapacity). As soon as capacity is filled, the button locks to 'Event Full'.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Headcount Progress Bar: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progress bar showing live filled seats (e.g. '142 / 150 Seats Reserved') with dynamic color shifts as seats run low.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Registration Details Card &amp; Cancellation: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attendees view their name, email, seat status, and unique reference ID. Flexible 1-click cancellation immediately frees up seats for other students.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9050">
            <a:solidFill>
              <a:srgbClr val="6366F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783080"/>
            <a:ext cx="2011680" cy="320040"/>
          </a:xfrm>
          <a:prstGeom prst="roundRect">
            <a:avLst>
              <a:gd name="adj" fmla="val 22857"/>
            </a:avLst>
          </a:prstGeom>
          <a:solidFill>
            <a:srgbClr val="1E2638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83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/ SCREENSHOT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[INSERT SCREENSHOT: /events/[slug]]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794760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the Event Detail Page showing the Registration Confirmed Card, Student Details, and the Capacity Progress Bar.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IN-SESSION ENGAGEMENT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3: Live Interactive Q&amp;A &amp; Upvoting Forum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332720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10725912" cy="0"/>
          </a:xfrm>
          <a:prstGeom prst="line">
            <a:avLst/>
          </a:prstGeom>
          <a:noFill/>
          <a:ln w="15240">
            <a:solidFill>
              <a:srgbClr val="232D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1732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In-Session Student Queries: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live seminars, hackathons, and guest lectures, attendees post questions from their laptops or phones without interrupting the speaker.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Atomic Deduplicated Upvoting: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upvote questions they care about. MongoDB $addToSet and $pull operations strictly ensure one upvote per student per question.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Popularity Ranking Engine: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dynamically sorted by upvote count, ensuring the most urgent student queries naturally rise to the coordinator's screen.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Organizer Pinning &amp; Verified Replies: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coordinators and professors can pin important announcements (isPinned: true) and post official verified answers.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9050">
            <a:solidFill>
              <a:srgbClr val="6366F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783080"/>
            <a:ext cx="2011680" cy="320040"/>
          </a:xfrm>
          <a:prstGeom prst="roundRect">
            <a:avLst>
              <a:gd name="adj" fmla="val 22857"/>
            </a:avLst>
          </a:prstGeom>
          <a:solidFill>
            <a:srgbClr val="1E2638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83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/ SCREENSHOT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[INSERT SCREENSHOT: /portal/qna]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794760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the Live Q&amp;A forum showing student questions, upvote counter buttons, and an organizer's pinned answer badge.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INSTITUTIONAL QUALITY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4: Dynamic Feedback &amp; NPS Survey Analytics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332720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10725912" cy="0"/>
          </a:xfrm>
          <a:prstGeom prst="line">
            <a:avLst/>
          </a:prstGeom>
          <a:noFill/>
          <a:ln w="15240">
            <a:solidFill>
              <a:srgbClr val="232D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1732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Google-Forms-Style Dynamic Builder: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Coordinators can create custom post-event feedback forms with Star Ratings (1-5), Multiple Choice questions, and Open Text feedback.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Net Promoter Score (NPS):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automatically aggregates ratings to calculate event NPS (Promoters vs Detractors) and overall average satisfaction scores.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Student Anonymity Option: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can choose to submit verified or anonymous feedback, encouraging honest qualitative critique without fear.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Response Analytics &amp; CSV Export: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visualization of participant sentiment breakdowns, attendance-to-response conversion rates, and exportable tables.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9050">
            <a:solidFill>
              <a:srgbClr val="6366F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783080"/>
            <a:ext cx="2011680" cy="320040"/>
          </a:xfrm>
          <a:prstGeom prst="roundRect">
            <a:avLst>
              <a:gd name="adj" fmla="val 22857"/>
            </a:avLst>
          </a:prstGeom>
          <a:solidFill>
            <a:srgbClr val="1E2638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83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/ SCREENSHOT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[INSERT SCREENSHOT: Feedback Analytics]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794760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the student feedback survey form alongside the admin sentiment analytics bar chart and star rating distribution.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ADMINISTRATIVE TOOLS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5: Media Vault &amp; Executive Accreditation Reports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332720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10725912" cy="0"/>
          </a:xfrm>
          <a:prstGeom prst="line">
            <a:avLst/>
          </a:prstGeom>
          <a:noFill/>
          <a:ln w="15240">
            <a:solidFill>
              <a:srgbClr val="232D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1732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High-Resolution Media Vault: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photo gallery with full-screen lightbox inspection and MP4/WebM video clip playback with YouTube/Vimeo embed parsing.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High-Reliability Upload Pipeline: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media in local /public/uploads with an automatic Base64 Data URI fallback on read-only serverless clouds so uploads never fail.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Executive Report Generator: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compiles Chief Guest details, faculty coordinators, objectives, student attendance numbers, and feedback stats.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1-Click Institutional PDF Export: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@react-pdf/renderer, coordinators export clean, official letterhead PDF documents ready for NAAC/NBA audit files.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9050">
            <a:solidFill>
              <a:srgbClr val="6366F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783080"/>
            <a:ext cx="2011680" cy="320040"/>
          </a:xfrm>
          <a:prstGeom prst="roundRect">
            <a:avLst>
              <a:gd name="adj" fmla="val 22857"/>
            </a:avLst>
          </a:prstGeom>
          <a:solidFill>
            <a:srgbClr val="1E2638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83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/ SCREENSHOT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[INSERT SCREENSHOT: Executive PDF Report]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794760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the Media Vault Photo Gallery alongside a sample generated Institutional Executive PDF Report on college letterhead.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CROSS-PLATFORM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Android Mobile Application (Capacitor 8.5)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332720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10725912" cy="0"/>
          </a:xfrm>
          <a:prstGeom prst="line">
            <a:avLst/>
          </a:prstGeom>
          <a:noFill/>
          <a:ln w="15240">
            <a:solidFill>
              <a:srgbClr val="232D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1732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Hybrid Native Architecture: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using Capacitor 8.5 into a full-screen, hardware-accelerated Android WebView with native lifecycle controls.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Standalone Production Binary (CampusPulse.apk):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Pre-compiled APK (Application ID: com.campuspulse.app, Size: ~3.68 MB) ready for direct sideloading and Play Store distribution.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Native Assets &amp; Brand Isolation: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branded splash screens (splash.png) and adaptive launcher icons across all Android DPI buckets (hdpi to xxxhdpi).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Sync Cloud Updates: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 production remote URL (APP_URL), enabling web updates to reflect instantly on mobile devices without requiring app store updates.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9050">
            <a:solidFill>
              <a:srgbClr val="6366F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783080"/>
            <a:ext cx="2011680" cy="320040"/>
          </a:xfrm>
          <a:prstGeom prst="roundRect">
            <a:avLst>
              <a:gd name="adj" fmla="val 22857"/>
            </a:avLst>
          </a:prstGeom>
          <a:solidFill>
            <a:srgbClr val="1E2638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83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/ SCREENSHOT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[INSERT SCREENSHOT: Android App / Phone Mockup]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794760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of CampusPulse running on an Android smartphone screen, showing the mobile navigation drawer and event cards.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DEVOPS &amp; GOVERNANCE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Security, RBAC &amp; Multi-Platform DevOps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332720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10725912" cy="0"/>
          </a:xfrm>
          <a:prstGeom prst="line">
            <a:avLst/>
          </a:prstGeom>
          <a:noFill/>
          <a:ln w="15240">
            <a:solidFill>
              <a:srgbClr val="232D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1732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Role-Based Access Control (RBAC):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Server-level guards (requireAdmin(), requireAuth()) strictly protect admin panels, survey creators, and report export endpoints from unauthorized students.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Cryptographic Session Security: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 hashing with 10 salt rounds, stateless 30-day JWT sessions, and security headers (nosniff, X-Frame-Options, XSS protection).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Free Serverless Hosting (Netlify):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configured netlify.toml with automated GitHub webhook CI/CD pipeline. Pushing to origin/main triggers instant live deployment.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Production Multi-Stage Dockerization: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Dockerfile (Node 20 Alpine) with non-root user and docker-compose.yml with persistent volume mounting for VPS hosting.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9050">
            <a:solidFill>
              <a:srgbClr val="6366F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783080"/>
            <a:ext cx="2011680" cy="320040"/>
          </a:xfrm>
          <a:prstGeom prst="roundRect">
            <a:avLst>
              <a:gd name="adj" fmla="val 22857"/>
            </a:avLst>
          </a:prstGeom>
          <a:solidFill>
            <a:srgbClr val="1E2638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830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/ SCREENSHOT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63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[INSERT DEVOPS FLOWCHART]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794760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showing the CI/CD pipeline: Git Commit -&gt; GitHub Push -&gt; Netlify Automatic Webhook Build -&gt; Live Web &amp; Mobile App.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SUMMARY &amp; VISION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58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Impact, Future Scope &amp; Conclusion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332720" y="502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43000"/>
            <a:ext cx="10725912" cy="0"/>
          </a:xfrm>
          <a:prstGeom prst="line">
            <a:avLst/>
          </a:prstGeom>
          <a:noFill/>
          <a:ln w="15240">
            <a:solidFill>
              <a:srgbClr val="232D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1732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MEASURABLE PROJECT IMPACT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965960"/>
            <a:ext cx="45720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Paperless Registration: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eliminates manual paper forms and physical queue registration.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5-Second Seat Confirmation: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database reservation guarantees no double-booking.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300% Boost in Student Feedback: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In-platform survey forms with automated sentiment scoring.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90% Administrative Time Saved: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institutional accreditation audit reports in 1 click.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141A29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600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ENHANCEMENTS &amp; ROADMAP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92240" y="196596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Event Recommendation Engine: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upcoming seminars based on student department &amp; past interests.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Participation Certificates: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signed certificates generated automatically post-event.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Campus Push &amp; SMS Notifications: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alerts for schedule delays and venue changes.
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92240" y="4572000"/>
            <a:ext cx="4663440" cy="1325880"/>
          </a:xfrm>
          <a:prstGeom prst="roundRect">
            <a:avLst>
              <a:gd name="adj" fmla="val 6897"/>
            </a:avLst>
          </a:prstGeom>
          <a:solidFill>
            <a:srgbClr val="1E2638"/>
          </a:solidFill>
          <a:ln w="1524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7091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2240" y="5120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Open Discussion with the Panel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CampusPulse University Platform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CampusPulse — Master Project Presentation</dc:title>
  <dc:subject>PptxGenJS Presentation</dc:subject>
  <dc:creator>CampusPulse Project Team</dc:creator>
  <cp:lastModifiedBy>CampusPulse Project Team</cp:lastModifiedBy>
  <cp:revision>1</cp:revision>
  <dcterms:created xsi:type="dcterms:W3CDTF">2026-09-25T14:21:23Z</dcterms:created>
  <dcterms:modified xsi:type="dcterms:W3CDTF">2026-09-25T14:21:23Z</dcterms:modified>
</cp:coreProperties>
</file>